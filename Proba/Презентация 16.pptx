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62" r:id="rId4"/>
    <p:sldId id="263" r:id="rId5"/>
    <p:sldId id="261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9F9384-9217-4777-1DB0-7E967A7829AA}" v="671" dt="2025-01-09T07:48:52.0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2735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1/8/2025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965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29881" y="1377146"/>
            <a:ext cx="4416147" cy="3626217"/>
          </a:xfrm>
        </p:spPr>
        <p:txBody>
          <a:bodyPr anchor="b">
            <a:noAutofit/>
          </a:bodyPr>
          <a:lstStyle/>
          <a:p>
            <a:pPr algn="r"/>
            <a:r>
              <a:rPr lang="ru-RU" sz="7200" dirty="0">
                <a:solidFill>
                  <a:schemeClr val="bg1"/>
                </a:solidFill>
              </a:rPr>
              <a:t>Убеги от Covid19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93159" y="5170453"/>
            <a:ext cx="4076458" cy="9901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</a:rPr>
              <a:t>Создатель: Беленкова Арина</a:t>
            </a:r>
          </a:p>
        </p:txBody>
      </p:sp>
      <p:pic>
        <p:nvPicPr>
          <p:cNvPr id="4" name="Рисунок 3" descr="Изображение выглядит как круг, шестерня, искусство, колесо&#10;&#10;Автоматически созданное описание">
            <a:extLst>
              <a:ext uri="{FF2B5EF4-FFF2-40B4-BE49-F238E27FC236}">
                <a16:creationId xmlns:a16="http://schemas.microsoft.com/office/drawing/2014/main" id="{D046C915-4687-861E-4B84-FBF9B0624F5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51000"/>
          </a:blip>
          <a:srcRect r="1794"/>
          <a:stretch/>
        </p:blipFill>
        <p:spPr>
          <a:xfrm>
            <a:off x="5457027" y="10"/>
            <a:ext cx="6734973" cy="6857990"/>
          </a:xfrm>
          <a:prstGeom prst="rect">
            <a:avLst/>
          </a:prstGeom>
        </p:spPr>
      </p:pic>
      <p:sp>
        <p:nvSpPr>
          <p:cNvPr id="11" name="Graphic 17">
            <a:extLst>
              <a:ext uri="{FF2B5EF4-FFF2-40B4-BE49-F238E27FC236}">
                <a16:creationId xmlns:a16="http://schemas.microsoft.com/office/drawing/2014/main" id="{B71758F4-3F46-45DA-8AC5-4E508DA08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57736" y="815001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8550FED7-7C32-42BB-98DB-30272A633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16516" y="104429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274341"/>
            <a:ext cx="11353800" cy="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9CB703-C563-4F1F-BF28-83C06E978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28D841-50A6-1D91-D683-C365D5E47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6684" y="753792"/>
            <a:ext cx="5833787" cy="2274155"/>
          </a:xfrm>
        </p:spPr>
        <p:txBody>
          <a:bodyPr anchor="b"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Правила игры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5D6CB93-B2FD-DE8E-8312-2FFC04051B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6993" y="3504651"/>
            <a:ext cx="5959047" cy="5048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Убежать от злого вируса используя клавиши передвижения, собрать 5 таблеток, не быть зараженным несколько раз.</a:t>
            </a: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11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041" y="259737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 descr="Изображение выглядит как рисунок, мультфильм, Человеческое лицо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C176A59A-1E7C-998B-7D1A-C3DAFA42F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495" y="757883"/>
            <a:ext cx="2646852" cy="5273689"/>
          </a:xfrm>
          <a:prstGeom prst="rect">
            <a:avLst/>
          </a:prstGeom>
        </p:spPr>
      </p:pic>
      <p:sp>
        <p:nvSpPr>
          <p:cNvPr id="15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7821" y="282667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9869" y="610939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41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3C5560-7A9C-489F-9148-18C5E1D0F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BFB3F7-54F0-F033-EED0-C4F7BCA9F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8043" y="590062"/>
            <a:ext cx="5309140" cy="1902505"/>
          </a:xfrm>
        </p:spPr>
        <p:txBody>
          <a:bodyPr>
            <a:normAutofit/>
          </a:bodyPr>
          <a:lstStyle/>
          <a:p>
            <a:r>
              <a:rPr lang="ru-RU" sz="5400">
                <a:solidFill>
                  <a:schemeClr val="bg1"/>
                </a:solidFill>
              </a:rPr>
              <a:t>Самое сложное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BF09A2-9F5C-0BA4-BF9B-840D73ECB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8044" y="3739764"/>
            <a:ext cx="4517954" cy="119812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Вставить картинки, чтобы они были красивые</a:t>
            </a:r>
          </a:p>
          <a:p>
            <a:pPr marL="342900" indent="-342900"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Клавиши Play, Level 1, Level 2, Level 3, </a:t>
            </a:r>
            <a:r>
              <a:rPr lang="ru-RU" sz="2800" err="1">
                <a:solidFill>
                  <a:schemeClr val="bg1"/>
                </a:solidFill>
              </a:rPr>
              <a:t>Exit</a:t>
            </a:r>
            <a:endParaRPr lang="ru-RU" sz="2800">
              <a:solidFill>
                <a:schemeClr val="bg1"/>
              </a:solidFill>
            </a:endParaRPr>
          </a:p>
          <a:p>
            <a:endParaRPr lang="ru-RU" sz="1700">
              <a:solidFill>
                <a:schemeClr val="bg1"/>
              </a:solidFill>
            </a:endParaRPr>
          </a:p>
        </p:txBody>
      </p:sp>
      <p:sp>
        <p:nvSpPr>
          <p:cNvPr id="11" name="!!plus graphic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236" y="1606411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!!dot graphic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8014" y="183570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!!circle graphic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696" y="2060130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7" name="!!Straight Connector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50520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8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0836425" y="5436655"/>
            <a:ext cx="151536" cy="151536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1245175" y="5896734"/>
            <a:ext cx="108625" cy="10862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554288" y="6038004"/>
            <a:ext cx="95759" cy="95759"/>
          </a:xfrm>
          <a:prstGeom prst="rect">
            <a:avLst/>
          </a:prstGeom>
        </p:spPr>
      </p:pic>
      <p:pic>
        <p:nvPicPr>
          <p:cNvPr id="4" name="Рисунок 3" descr="Изображение выглядит как Графика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D6A7DC9B-EDB5-EFEB-68EF-BFA942BD1DB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6627"/>
          <a:stretch/>
        </p:blipFill>
        <p:spPr>
          <a:xfrm>
            <a:off x="6740358" y="1606411"/>
            <a:ext cx="5451642" cy="5251590"/>
          </a:xfrm>
          <a:custGeom>
            <a:avLst/>
            <a:gdLst/>
            <a:ahLst/>
            <a:cxnLst/>
            <a:rect l="l" t="t" r="r" b="b"/>
            <a:pathLst>
              <a:path w="5923214" h="5705857">
                <a:moveTo>
                  <a:pt x="3612238" y="0"/>
                </a:moveTo>
                <a:cubicBezTo>
                  <a:pt x="4485043" y="0"/>
                  <a:pt x="5285549" y="309553"/>
                  <a:pt x="5909957" y="824860"/>
                </a:cubicBezTo>
                <a:lnTo>
                  <a:pt x="5923214" y="836909"/>
                </a:lnTo>
                <a:lnTo>
                  <a:pt x="5923214" y="5705857"/>
                </a:lnTo>
                <a:lnTo>
                  <a:pt x="672237" y="5705857"/>
                </a:lnTo>
                <a:lnTo>
                  <a:pt x="616914" y="5631875"/>
                </a:lnTo>
                <a:cubicBezTo>
                  <a:pt x="227427" y="5055358"/>
                  <a:pt x="0" y="4360357"/>
                  <a:pt x="0" y="3612238"/>
                </a:cubicBezTo>
                <a:cubicBezTo>
                  <a:pt x="0" y="1617255"/>
                  <a:pt x="1617255" y="0"/>
                  <a:pt x="361223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03987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3C5560-7A9C-489F-9148-18C5E1D0F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BFB3F7-54F0-F033-EED0-C4F7BCA9F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8043" y="590062"/>
            <a:ext cx="5309140" cy="1902505"/>
          </a:xfrm>
        </p:spPr>
        <p:txBody>
          <a:bodyPr>
            <a:normAutofit/>
          </a:bodyPr>
          <a:lstStyle/>
          <a:p>
            <a:r>
              <a:rPr lang="ru-RU" sz="5400" dirty="0">
                <a:solidFill>
                  <a:schemeClr val="bg1"/>
                </a:solidFill>
              </a:rPr>
              <a:t>Моя гордость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BF09A2-9F5C-0BA4-BF9B-840D73ECB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8044" y="3739764"/>
            <a:ext cx="4517954" cy="119812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Картинки, которые передвигаются</a:t>
            </a:r>
          </a:p>
          <a:p>
            <a:pPr marL="342900" indent="-342900"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Клавиши Play, Level 1, Level 2, Level 3, </a:t>
            </a:r>
            <a:r>
              <a:rPr lang="ru-RU" sz="2800" err="1">
                <a:solidFill>
                  <a:schemeClr val="bg1"/>
                </a:solidFill>
              </a:rPr>
              <a:t>Exit</a:t>
            </a:r>
            <a:endParaRPr lang="ru-RU" sz="2800">
              <a:solidFill>
                <a:schemeClr val="bg1"/>
              </a:solidFill>
            </a:endParaRPr>
          </a:p>
          <a:p>
            <a:endParaRPr lang="ru-RU" sz="1700">
              <a:solidFill>
                <a:schemeClr val="bg1"/>
              </a:solidFill>
            </a:endParaRPr>
          </a:p>
        </p:txBody>
      </p:sp>
      <p:sp>
        <p:nvSpPr>
          <p:cNvPr id="11" name="!!plus graphic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236" y="1606411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!!dot graphic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8014" y="183570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!!circle graphic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696" y="2060130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7" name="!!Straight Connector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50520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8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0836425" y="5436655"/>
            <a:ext cx="151536" cy="151536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1245175" y="5896734"/>
            <a:ext cx="108625" cy="10862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554288" y="6038004"/>
            <a:ext cx="95759" cy="95759"/>
          </a:xfrm>
          <a:prstGeom prst="rect">
            <a:avLst/>
          </a:prstGeom>
        </p:spPr>
      </p:pic>
      <p:pic>
        <p:nvPicPr>
          <p:cNvPr id="4" name="Рисунок 3" descr="Изображение выглядит как Графика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D6A7DC9B-EDB5-EFEB-68EF-BFA942BD1DB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6627"/>
          <a:stretch/>
        </p:blipFill>
        <p:spPr>
          <a:xfrm>
            <a:off x="6740358" y="1606411"/>
            <a:ext cx="5451642" cy="5251590"/>
          </a:xfrm>
          <a:custGeom>
            <a:avLst/>
            <a:gdLst/>
            <a:ahLst/>
            <a:cxnLst/>
            <a:rect l="l" t="t" r="r" b="b"/>
            <a:pathLst>
              <a:path w="5923214" h="5705857">
                <a:moveTo>
                  <a:pt x="3612238" y="0"/>
                </a:moveTo>
                <a:cubicBezTo>
                  <a:pt x="4485043" y="0"/>
                  <a:pt x="5285549" y="309553"/>
                  <a:pt x="5909957" y="824860"/>
                </a:cubicBezTo>
                <a:lnTo>
                  <a:pt x="5923214" y="836909"/>
                </a:lnTo>
                <a:lnTo>
                  <a:pt x="5923214" y="5705857"/>
                </a:lnTo>
                <a:lnTo>
                  <a:pt x="672237" y="5705857"/>
                </a:lnTo>
                <a:lnTo>
                  <a:pt x="616914" y="5631875"/>
                </a:lnTo>
                <a:cubicBezTo>
                  <a:pt x="227427" y="5055358"/>
                  <a:pt x="0" y="4360357"/>
                  <a:pt x="0" y="3612238"/>
                </a:cubicBezTo>
                <a:cubicBezTo>
                  <a:pt x="0" y="1617255"/>
                  <a:pt x="1617255" y="0"/>
                  <a:pt x="361223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94275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A3F5928-D955-456A-97B5-AA390B8CE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162A0-7C97-69E3-7C32-51C5FAC66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6275" y="2271449"/>
            <a:ext cx="9679449" cy="2847058"/>
          </a:xfrm>
        </p:spPr>
        <p:txBody>
          <a:bodyPr anchor="b">
            <a:normAutofit/>
          </a:bodyPr>
          <a:lstStyle/>
          <a:p>
            <a:r>
              <a:rPr lang="ru-RU" sz="7200">
                <a:solidFill>
                  <a:schemeClr val="bg1"/>
                </a:solidFill>
              </a:rPr>
              <a:t>Спасибо за внимание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954" y="2875093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3734" y="31043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414" y="361953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4481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Office">
      <a:dk1>
        <a:srgbClr val="000000"/>
      </a:dk1>
      <a:lt1>
        <a:srgbClr val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Univers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GradientVTI</vt:lpstr>
      <vt:lpstr>Убеги от Covid19</vt:lpstr>
      <vt:lpstr>Правила игры</vt:lpstr>
      <vt:lpstr>Самое сложное</vt:lpstr>
      <vt:lpstr>Моя гордость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172</cp:revision>
  <dcterms:created xsi:type="dcterms:W3CDTF">2025-01-09T07:05:25Z</dcterms:created>
  <dcterms:modified xsi:type="dcterms:W3CDTF">2025-01-09T07:49:29Z</dcterms:modified>
</cp:coreProperties>
</file>